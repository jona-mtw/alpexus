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56" r:id="rId3"/>
    <p:sldId id="263" r:id="rId4"/>
    <p:sldId id="272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C6C7"/>
    <a:srgbClr val="9FA0A1"/>
    <a:srgbClr val="9D9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66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5CCDE-67DD-46F5-8CA7-AB3C487F3F90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420EC-AB11-4B22-9D1E-4CFD824004C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694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420EC-AB11-4B22-9D1E-4CFD824004C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6741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6AD0-9F6A-5064-4745-8D57A3A10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AE472-16C0-6300-0AA9-D6ABBBA47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E6F1E-215B-B9B8-C53B-E371236D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18141-2696-572C-0DAE-AA6E4693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A7E3-186C-23C8-A5B0-09E5CCEE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91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864C-AABD-1347-8ADC-96295EE7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3DE9F-30CD-D6B5-1BB2-6D1ACAE4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2374E-2F28-E203-88BA-C84479D0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9B439-3EA2-E373-A169-9DFA07CB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17A7A-24E3-8CB7-3786-AE492042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10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AD7D-E0EF-F9B4-0CB8-CB257B8E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14FDC-4302-8986-4FF7-8FF0FE0FB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2B15E-4719-9FAB-3086-4815D3C0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EE0B8-E1D7-8B42-2591-A930D731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1EFF-B965-745C-9CB5-84912F43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99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A4D1-0AAF-EAED-4D42-7C3F8FA8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51CA6-1E5B-6C3D-93D6-A27695920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851FC-6CF8-2FCC-3F1F-5F479FEBD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04856-AB3F-2329-5AF8-384BE174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AD3BD-CF07-3F2B-9C58-B5FC1A35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ACED-8593-46B7-0008-337A3E8A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611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65FB-F29D-1F7E-8BFF-238262CD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3DDA8-0747-B15A-3780-939916BAF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39AA9-6E1E-4BCA-AD3E-D33E539C1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2D815-21F4-D22F-8B79-20536AE06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9677D-03F7-AD23-6588-99667FC3E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D3D59E-EC92-449D-B46A-DBAF6EB6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CB2BB-E17D-7784-0623-BC9FB0A2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9F5BB-B837-5D42-266C-003EB5FC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31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9B5F-3EB5-8AF2-CA5D-3DE0F5B5A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3024F-8A9E-1FC5-0A3B-C7C5365A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8D8AA-B7F3-5340-50D6-080315E1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D886A3-9DCB-136D-7CBF-9DC15D15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75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9DCBF-316E-F9DF-7708-F76EF819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0823CF-1D02-4620-CD4F-4511761C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BFEF9-1408-DFD4-26FF-6A91D6A3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83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DD9A-DF4F-854E-5AEE-46D32EE3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2321-BA73-9B26-8870-BBB8E2AD0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EA405-E532-F4C2-BC27-02E7B34D0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C651D-749D-B5FF-F89D-F2922F51F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8AAA0-FD30-B05A-E3FC-706A4C0C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41053-44EF-A6E7-D00D-72DD1776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694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66F9-8D44-24C1-DDEA-AA0E4E19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286666-D5F8-3572-2AB7-A93CFC0AC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AFB6-6AAE-508F-F8B2-0A23A37AA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D8916-BB03-561E-A5EF-C85C16444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56C9C-E9FC-F5E9-F93D-38C32A2D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3D6AF-CE67-78B8-6059-7CBE89D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163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E5FC-A746-8BB7-2963-83A75622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15FD9-086B-8893-5D47-73A40C7B9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D7597-5010-1E43-F584-24B6D2B4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8DD-0463-4D4D-4FAF-A037A036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78C2-99BA-26CC-96F1-EEC39FBD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869531-7D50-2295-8193-1AA504C41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4FFE6-C189-B6EE-D5BE-C6F88EC01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3AFE0-7694-D4CC-7D04-C23D1990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C34C5-4AFA-1004-42C0-E186E5C10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B8AB-B0F5-0316-392F-A2A5243D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289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4CFD45-9B65-3FFB-A979-B8B925EF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4A6C1-B16B-F820-2094-11FB725D0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77D01-D1CF-0D48-BC50-DC9933D30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D832D-CA87-46DD-AB51-7E44BED4DBAD}" type="datetimeFigureOut">
              <a:rPr lang="en-GB" smtClean="0"/>
              <a:t>14/09/2024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284A-AC86-BE9C-40DE-ED1C87458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DF64F-82D6-801F-FF89-54B5DC1B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0CCC7-78BF-47D2-A64E-A6A6297206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474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3CE929-AD15-F81C-B835-CE6BAD3A0F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885"/>
          <a:stretch/>
        </p:blipFill>
        <p:spPr>
          <a:xfrm>
            <a:off x="3404302" y="0"/>
            <a:ext cx="8787697" cy="6889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E5903-7A52-0B7D-7E67-61C7C4D9F4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385" r="30230" b="16370"/>
          <a:stretch/>
        </p:blipFill>
        <p:spPr>
          <a:xfrm>
            <a:off x="7634028" y="1"/>
            <a:ext cx="455797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571557-175D-31AE-13DA-481CE91435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66"/>
          <a:stretch/>
        </p:blipFill>
        <p:spPr>
          <a:xfrm>
            <a:off x="-136186" y="-31190"/>
            <a:ext cx="3540488" cy="68891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1196A53-BF2B-6E9A-1335-C54E752F39B8}"/>
              </a:ext>
            </a:extLst>
          </p:cNvPr>
          <p:cNvSpPr/>
          <p:nvPr/>
        </p:nvSpPr>
        <p:spPr>
          <a:xfrm>
            <a:off x="-136187" y="-62381"/>
            <a:ext cx="12328185" cy="692038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/>
              <a:t>Biomes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956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226F-591B-8BDE-085F-4571B8D2D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B5F12-9D4D-74FC-CB6A-0A364806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63FA1A-FF82-071B-BD10-16DF298B2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16" y="115445"/>
            <a:ext cx="9749567" cy="662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48484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07CB82F-7C8E-FF1B-C4FA-FDC94D86C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64" y="157343"/>
            <a:ext cx="11780195" cy="651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2BC1DA-FE4D-59A8-8BAD-89167335A905}"/>
              </a:ext>
            </a:extLst>
          </p:cNvPr>
          <p:cNvSpPr txBox="1"/>
          <p:nvPr/>
        </p:nvSpPr>
        <p:spPr>
          <a:xfrm>
            <a:off x="1536970" y="5214025"/>
            <a:ext cx="29766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Tropical Vegetation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A5FE8-28B7-4F9D-BB50-0AB881586B00}"/>
              </a:ext>
            </a:extLst>
          </p:cNvPr>
          <p:cNvSpPr txBox="1"/>
          <p:nvPr/>
        </p:nvSpPr>
        <p:spPr>
          <a:xfrm>
            <a:off x="1536970" y="5583357"/>
            <a:ext cx="29766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Savannah Vegetation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F1BDE-7CE8-A4D8-B4B3-F02FBBB5B4D2}"/>
              </a:ext>
            </a:extLst>
          </p:cNvPr>
          <p:cNvSpPr txBox="1"/>
          <p:nvPr/>
        </p:nvSpPr>
        <p:spPr>
          <a:xfrm>
            <a:off x="1536970" y="5971984"/>
            <a:ext cx="29766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Mediterranean Vegetation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333C5-5D5B-7249-23FD-406CEB4185BA}"/>
              </a:ext>
            </a:extLst>
          </p:cNvPr>
          <p:cNvSpPr txBox="1"/>
          <p:nvPr/>
        </p:nvSpPr>
        <p:spPr>
          <a:xfrm>
            <a:off x="5434519" y="5214025"/>
            <a:ext cx="29766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Temperate Vegetation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3648C-C7E1-08FD-685D-8ED7BEEF89C5}"/>
              </a:ext>
            </a:extLst>
          </p:cNvPr>
          <p:cNvSpPr txBox="1"/>
          <p:nvPr/>
        </p:nvSpPr>
        <p:spPr>
          <a:xfrm>
            <a:off x="5434519" y="5677711"/>
            <a:ext cx="29766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Tropical Monsoon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1B5F0-D5E1-96CF-3735-1318BCC870A3}"/>
              </a:ext>
            </a:extLst>
          </p:cNvPr>
          <p:cNvSpPr txBox="1"/>
          <p:nvPr/>
        </p:nvSpPr>
        <p:spPr>
          <a:xfrm>
            <a:off x="9332068" y="5214025"/>
            <a:ext cx="24189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Desert Vegetation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CEF637-90D2-BC3C-4AAD-531470B30922}"/>
              </a:ext>
            </a:extLst>
          </p:cNvPr>
          <p:cNvCxnSpPr/>
          <p:nvPr/>
        </p:nvCxnSpPr>
        <p:spPr>
          <a:xfrm>
            <a:off x="11612880" y="5214025"/>
            <a:ext cx="0" cy="1072475"/>
          </a:xfrm>
          <a:prstGeom prst="line">
            <a:avLst/>
          </a:prstGeom>
          <a:ln>
            <a:solidFill>
              <a:srgbClr val="9D9E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80FB1-6D9E-A436-BAEA-9206D322E2B8}"/>
              </a:ext>
            </a:extLst>
          </p:cNvPr>
          <p:cNvSpPr/>
          <p:nvPr/>
        </p:nvSpPr>
        <p:spPr>
          <a:xfrm>
            <a:off x="11597639" y="5214025"/>
            <a:ext cx="25200" cy="890905"/>
          </a:xfrm>
          <a:prstGeom prst="rect">
            <a:avLst/>
          </a:prstGeom>
          <a:solidFill>
            <a:srgbClr val="9FA0A1"/>
          </a:solidFill>
          <a:ln>
            <a:solidFill>
              <a:srgbClr val="C6C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477FF6-5D57-812A-2D8E-B4101F331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29" y="5194255"/>
            <a:ext cx="2524477" cy="44773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218A779-7186-5F09-11E6-0475C83FACD8}"/>
              </a:ext>
            </a:extLst>
          </p:cNvPr>
          <p:cNvSpPr/>
          <p:nvPr/>
        </p:nvSpPr>
        <p:spPr>
          <a:xfrm>
            <a:off x="904672" y="5651640"/>
            <a:ext cx="10165403" cy="634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0BBD42-673D-2C4C-5F8D-2D2B2FF2A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250" y="5194376"/>
            <a:ext cx="2791215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4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F56B-45F0-0933-EADA-336E5FC1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7E697-C557-B547-0321-1498D819E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13CE97-E2E9-32A9-CFF0-A690626A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12"/>
          <a:stretch/>
        </p:blipFill>
        <p:spPr>
          <a:xfrm>
            <a:off x="6096000" y="-12255"/>
            <a:ext cx="6096001" cy="6870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2763AC-A10E-8CEF-FFC1-6AD2FF8758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87"/>
          <a:stretch/>
        </p:blipFill>
        <p:spPr>
          <a:xfrm>
            <a:off x="0" y="0"/>
            <a:ext cx="6096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06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F14598-9375-BB33-65B4-202084847359}"/>
              </a:ext>
            </a:extLst>
          </p:cNvPr>
          <p:cNvSpPr/>
          <p:nvPr/>
        </p:nvSpPr>
        <p:spPr>
          <a:xfrm>
            <a:off x="0" y="-1"/>
            <a:ext cx="12456160" cy="694944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DA5F14-9846-6135-3414-AA00EA6D0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501635" cy="6949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E875D5-DB86-C93C-32AA-E8BDC6989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197" y="-2"/>
            <a:ext cx="5271450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811836-2D18-0D22-EB60-C9709FC3C3A4}"/>
              </a:ext>
            </a:extLst>
          </p:cNvPr>
          <p:cNvSpPr/>
          <p:nvPr/>
        </p:nvSpPr>
        <p:spPr>
          <a:xfrm>
            <a:off x="-45474" y="-1735015"/>
            <a:ext cx="14558643" cy="8638734"/>
          </a:xfrm>
          <a:prstGeom prst="rect">
            <a:avLst/>
          </a:prstGeom>
          <a:solidFill>
            <a:schemeClr val="dk1">
              <a:alpha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DBB4F-E57A-2E57-9A97-AAF648E78788}"/>
              </a:ext>
            </a:extLst>
          </p:cNvPr>
          <p:cNvSpPr txBox="1"/>
          <p:nvPr/>
        </p:nvSpPr>
        <p:spPr>
          <a:xfrm>
            <a:off x="259168" y="1441579"/>
            <a:ext cx="7704029" cy="4826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kern="100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3600" kern="100" dirty="0">
                <a:solidFill>
                  <a:schemeClr val="bg2">
                    <a:lumMod val="9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 before have we had such an awareness of what we are doing to the planet, and never before have we had the power to do something about that.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kern="100" dirty="0">
                <a:solidFill>
                  <a:schemeClr val="bg2">
                    <a:lumMod val="9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future of humanity and indeed, all life on earth, now depends on us."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kern="100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GB" sz="3600" kern="100" dirty="0">
                <a:solidFill>
                  <a:schemeClr val="bg2">
                    <a:lumMod val="9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David Attenborough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5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11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MATHEW (E22)</dc:creator>
  <cp:lastModifiedBy>Jonathan MATHEW (E22)</cp:lastModifiedBy>
  <cp:revision>8</cp:revision>
  <dcterms:created xsi:type="dcterms:W3CDTF">2024-05-04T08:48:04Z</dcterms:created>
  <dcterms:modified xsi:type="dcterms:W3CDTF">2024-09-14T10:02:19Z</dcterms:modified>
</cp:coreProperties>
</file>